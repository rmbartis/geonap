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692640" y="914400"/>
            <a:ext cx="502920" cy="50292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95560" y="1417320"/>
            <a:ext cx="365760" cy="64008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561320" y="2057400"/>
            <a:ext cx="182880" cy="73152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646919" y="86868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137160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201168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0" y="274320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12283" y="420623"/>
            <a:ext cx="2167127" cy="2167127"/>
          </a:xfrm>
          <a:prstGeom prst="roundRect">
            <a:avLst>
              <a:gd name="adj" fmla="val 22000"/>
            </a:avLst>
          </a:prstGeom>
          <a:solidFill>
            <a:srgbClr val="0F2836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587" y="566928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20">
                <a:solidFill>
                  <a:srgbClr val="F5C842"/>
                </a:solidFill>
                <a:latin typeface="Calibri"/>
              </a:rPr>
              <a:t>GEONAP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7286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Location-Based Alarms for Every Commute and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34840"/>
            <a:ext cx="92656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B9C6CE"/>
                </a:solidFill>
                <a:latin typeface="Calibri"/>
              </a:rPr>
              <a:t>A geofencing platform that replaces the clock with the map — built natively for iOS, HomeKit, and CarPlay.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1367" y="53492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367" y="534924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C842"/>
                </a:solidFill>
                <a:latin typeface="Calibri"/>
              </a:rPr>
              <a:t>Product &amp; Opportunity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C89E28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9912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FFFFF"/>
                </a:solidFill>
                <a:latin typeface="Cambria"/>
              </a:rPr>
              <a:t>A Universal, Recurring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617720"/>
            <a:ext cx="8076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9C6CE"/>
                </a:solidFill>
                <a:latin typeface="Calibri"/>
              </a:rPr>
              <a:t>Every transit rider, commuter, and traveler has missed a stop — or stayed anxiously awake to avoid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0" y="1280160"/>
            <a:ext cx="64008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418320" y="1417320"/>
            <a:ext cx="640080" cy="41148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1417320"/>
            <a:ext cx="64008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698480" y="1554480"/>
            <a:ext cx="548640" cy="41148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737092" y="123901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7172" y="178765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7252" y="137617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57332" y="192481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5972" y="151333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Time-Based Alarms Are the Wrong Tool for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Transit infrastructure isn't reliable. </a:t>
            </a:r>
            <a:r>
              <a:rPr sz="1550" b="0">
                <a:solidFill>
                  <a:srgbClr val="17303F"/>
                </a:solidFill>
                <a:latin typeface="Calibri"/>
              </a:rPr>
              <a:t>Broken displays, garbled PA announcements, and non-native-language signage are common failure points entirely outside a rider's control.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No two trips are the same. </a:t>
            </a:r>
            <a:r>
              <a:rPr sz="1550" b="0">
                <a:solidFill>
                  <a:srgbClr val="17303F"/>
                </a:solidFill>
                <a:latin typeface="Calibri"/>
              </a:rPr>
              <a:t>Traffic, delays, and transfers change arrival time — a clock alarm can't adapt.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The alternative is exhausting. </a:t>
            </a:r>
            <a:r>
              <a:rPr sz="1550" b="0">
                <a:solidFill>
                  <a:srgbClr val="17303F"/>
                </a:solidFill>
                <a:latin typeface="Calibri"/>
              </a:rPr>
              <a:t>Riders stay awake, watching a map, to avoid missing their stop.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ck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37947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B9C6CE"/>
                </a:solidFill>
                <a:latin typeface="Calibri"/>
              </a:rPr>
              <a:t>GeoNap addresses this by triggering on the rider's own location, not on time or on the transit system's own — often unreliable —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C89E28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9912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FFFFF"/>
                </a:solidFill>
                <a:latin typeface="Cambria"/>
              </a:rPr>
              <a:t>Geofenced Alarms, Built Into the Places People Already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617720"/>
            <a:ext cx="8076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9C6CE"/>
                </a:solidFill>
                <a:latin typeface="Calibri"/>
              </a:rPr>
              <a:t>Native iOS app with deep platform integration — HomeKit, CarPlay, Siri, and Shortcuts.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0" y="1280160"/>
            <a:ext cx="64008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418320" y="1417320"/>
            <a:ext cx="640080" cy="41148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1417320"/>
            <a:ext cx="64008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698480" y="1554480"/>
            <a:ext cx="548640" cy="41148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737092" y="123901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7172" y="178765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7252" y="137617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57332" y="192481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5972" y="151333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A Simple Core Loop, Reinforced by Platform Depth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62456" y="3246120"/>
            <a:ext cx="4422495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6743" y="3246120"/>
            <a:ext cx="442249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0663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3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Set a Geofence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Pin a location or select a live transit stop; choose a distance or time-to-arrival trigger.</a:t>
            </a:r>
          </a:p>
        </p:txBody>
      </p:sp>
      <p:sp>
        <p:nvSpPr>
          <p:cNvPr id="10" name="Oval 9"/>
          <p:cNvSpPr/>
          <p:nvPr/>
        </p:nvSpPr>
        <p:spPr>
          <a:xfrm>
            <a:off x="5784951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4951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9987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Background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9987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iOS region monitoring tracks location efficiently in the background, no app interaction required.</a:t>
            </a:r>
          </a:p>
        </p:txBody>
      </p:sp>
      <p:sp>
        <p:nvSpPr>
          <p:cNvPr id="14" name="Oval 13"/>
          <p:cNvSpPr/>
          <p:nvPr/>
        </p:nvSpPr>
        <p:spPr>
          <a:xfrm>
            <a:off x="10829239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29239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7055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Trigger &amp;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7055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A system-level alarm fires — and can simultaneously message contacts or run a HomeKit automation.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Depth Beyond a Simple Geofence Timer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u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8" y="2777764"/>
            <a:ext cx="342351" cy="342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207568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Hybrid Trigger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44144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Distance-based or time-to-arrival triggers, computed from live travel speed — not just a static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3047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lendar_F5C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055" y="2777764"/>
            <a:ext cx="342351" cy="342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07568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Automated Trip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44144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Calendar Scanning surfaces likely trips from the user's own calendar and proposes alarms — opt-in, on-device.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lobe_F5C8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5246644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54456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Open Transit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91032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Any public GTFS feed works out of the box — not limited to a fixed list of partnered agencies.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ome_F5C8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55" y="5246644"/>
            <a:ext cx="342351" cy="3423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76007" y="454456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Ecosystem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91032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HomeKit, CarPlay, and Siri Shortcuts turn one alarm event into a multi-device automation trigger.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pp_ic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BUILT-IN VIRALITY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Every Trip Notifies the People Who Care — Not Just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Two-way visibility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Auto-Notify fires on departure and arrival, so a parent, partner, or friend always knows where a traveler is on their route without asking.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A natural distribution loop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every Auto-Notify message is a touchpoint with a non-user who already sees the product working.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Zero extra setup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the same trigger that wakes the traveler also updates the people around them — no separate tracking app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sa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37947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B9C6CE"/>
                </a:solidFill>
                <a:latin typeface="Calibri"/>
              </a:rPr>
              <a:t>Turns a daily commute alarm into a recurring, low-friction signal to the user's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PRODUCT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Feature Coverage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1109167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14232"/>
              </a:tblGrid>
              <a:tr h="10401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Capabilities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Map + list views, location &amp; transit alarm creation, custom GTFS feeds, HomeKit linking, built-in diagnostic logging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Per-Alarm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Name/notes, flexible location entry, arrival/departure trigger, adjustable radius, custom sounds, day/time scheduling, Auto-Notify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Personalization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Metric/imperial units, 3 coordinate formats, 12/24-hr clock, 13 languages, global Auto-Notify contact defaults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1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7182"/>
                </a:solidFill>
                <a:latin typeface="Calibri"/>
              </a:rPr>
              <a:t>Every row is shipped and functional today — not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RELIABILITY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Engineered for Support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Privacy by architecture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calendar and location data are processed entirely on-device; nothing is uploaded without the user's action.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Built-in diagnostics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an opt-in debug log captures permission status, region events, and errors for fast support triage.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Global reach from day one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fully localized in 13 languages, spanning Western Europe, the Middle East, South Asia, and East Asia.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DEMAND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One Product, Five Recurring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Daily transit commuters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 repeating alarm that resets automatically after every trip.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Bus riders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 departure alarm that solves the “don't miss the bus” problem.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Homeowners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an arrival trigger fires a HomeKit “welcome home” scene automatically.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Road-trip passengers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waypoint alarms remove the need to watch the map.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Travelers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hotel, airport, and meeting-location alarms, available in 13 languages.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ut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F5C842"/>
                </a:solidFill>
                <a:latin typeface="Calibri"/>
              </a:rPr>
              <a:t>TRUST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Privacy Is a Design Constraint, Not a Policy Add-On</a:t>
            </a:r>
          </a:p>
        </p:txBody>
      </p:sp>
      <p:sp>
        <p:nvSpPr>
          <p:cNvPr id="4" name="Oval 3"/>
          <p:cNvSpPr/>
          <p:nvPr/>
        </p:nvSpPr>
        <p:spPr>
          <a:xfrm>
            <a:off x="1097279" y="2468879"/>
            <a:ext cx="1554480" cy="155448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eld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55" y="2841955"/>
            <a:ext cx="808329" cy="808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40" y="2331720"/>
            <a:ext cx="8442655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Calendar data is read entirely on-device and never uploaded or shared.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4160520"/>
            <a:ext cx="844265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Calendar Scanning ships off by default and requires explicit opt-in.</a:t>
            </a:r>
          </a:p>
          <a:p>
            <a:pPr algn="l" indent="-182880" marL="182880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Every proposed alarm requires user confirmation — nothing is created silently.</a:t>
            </a:r>
          </a:p>
          <a:p>
            <a:pPr algn="l" indent="-182880" marL="182880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Full location-handling disclosure is one tap away in-app, at all times.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Native Platform, Modern OS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1109167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65592"/>
              </a:tblGrid>
              <a:tr h="8321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iPhone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iOS 26.0+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iPad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iPadOS 26.0+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Apple Watch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watchOS 26.0+ (companion features)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Connectivity model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Fully offline for core alarm functionality; network used only for transit feed downloads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1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7182"/>
                </a:solidFill>
                <a:latin typeface="Calibri"/>
              </a:rPr>
              <a:t>A modern, narrow OS baseline keeps the codebase small and the support burden 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C89E28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9912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FFFFF"/>
                </a:solidFill>
                <a:latin typeface="Cambria"/>
              </a:rPr>
              <a:t>Where This Goes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617720"/>
            <a:ext cx="8076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9C6CE"/>
                </a:solidFill>
                <a:latin typeface="Calibri"/>
              </a:rPr>
              <a:t>The sections below are placeholders — add market sizing, roadmap, and the ask before sharing this deck externally.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0" y="1280160"/>
            <a:ext cx="64008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418320" y="1417320"/>
            <a:ext cx="640080" cy="41148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1417320"/>
            <a:ext cx="64008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698480" y="1554480"/>
            <a:ext cx="548640" cy="41148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737092" y="123901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7172" y="178765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7252" y="137617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57332" y="192481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5972" y="1513332"/>
            <a:ext cx="82296" cy="82296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MARKET OPPORTUNITY  ·  ADD 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[ Market Size &amp; Segments — Bob to Complete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total addressable market for daily transit riders, road-trip travelers, and business travelers in target regions.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relevant App Store category data (Travel / Productivity) and comparable app performance.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any waitlist, download, or engagement numbers once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ut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37947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B9C6CE"/>
                </a:solidFill>
                <a:latin typeface="Calibri"/>
              </a:rPr>
              <a:t>Placeholder by design — no market-size figures exist in the codebase or help docs to cite accurately.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ROADMAP  ·  ADD 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[ What's Next — Bob to Complete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Shipped: </a:t>
            </a:r>
            <a:r>
              <a:rPr sz="1550" b="0">
                <a:solidFill>
                  <a:srgbClr val="17303F"/>
                </a:solidFill>
                <a:latin typeface="Calibri"/>
              </a:rPr>
              <a:t>Apple Watch companion features are already part of the watchOS 26 baseline.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near-term roadmap items — e.g. Android, additional transit-data partnerships, or monetization plans.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any timeline commitments before sharing this deck externally.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u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THE ASK  ·  ADD 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[ Funding / Partnership Ask — Bob to Complete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the specific ask — funding round and amount, distribution partnership, or transit-agency partnership.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Add use-of-funds or partnership terms once decided.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sa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514600"/>
            <a:ext cx="99971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429000"/>
            <a:ext cx="8899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0" i="0">
                <a:solidFill>
                  <a:srgbClr val="B9C6CE"/>
                </a:solidFill>
                <a:latin typeface="Calibri"/>
              </a:rPr>
              <a:t>Location-based alarms, built for the way people actually travel.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487" y="4434840"/>
            <a:ext cx="3474720" cy="566928"/>
          </a:xfrm>
          <a:prstGeom prst="roundRect">
            <a:avLst>
              <a:gd name="adj" fmla="val 50000"/>
            </a:avLst>
          </a:prstGeom>
          <a:solidFill>
            <a:srgbClr val="E8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58487" y="443484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Contact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B9C6CE"/>
                </a:solidFill>
                <a:latin typeface="Calibri"/>
              </a:rPr>
              <a:t>Add contact details here before sharing externally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