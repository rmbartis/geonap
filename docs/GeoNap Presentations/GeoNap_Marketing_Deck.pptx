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95"/>
    <p:restoredTop sz="94686"/>
  </p:normalViewPr>
  <p:slideViewPr>
    <p:cSldViewPr snapToGrid="0" snapToObjects="1">
      <p:cViewPr varScale="1">
        <p:scale>
          <a:sx n="81" d="100"/>
          <a:sy n="81" d="100"/>
        </p:scale>
        <p:origin x="200" y="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estflight.apple.com/join/xANBX3g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eveloper.apple.com/testfligh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9692640" y="914400"/>
            <a:ext cx="502920" cy="5029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95560" y="1417320"/>
            <a:ext cx="365760" cy="64008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561320" y="2057400"/>
            <a:ext cx="182880" cy="731520"/>
          </a:xfrm>
          <a:prstGeom prst="line">
            <a:avLst/>
          </a:prstGeom>
          <a:ln w="2794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46919" y="868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49840" y="13716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0" y="201168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698480" y="2743200"/>
            <a:ext cx="91440" cy="91440"/>
          </a:xfrm>
          <a:prstGeom prst="ellipse">
            <a:avLst/>
          </a:prstGeom>
          <a:solidFill>
            <a:srgbClr val="F5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012283" y="420623"/>
            <a:ext cx="2167127" cy="2167127"/>
          </a:xfrm>
          <a:prstGeom prst="roundRect">
            <a:avLst>
              <a:gd name="adj" fmla="val 22000"/>
            </a:avLst>
          </a:prstGeom>
          <a:solidFill>
            <a:srgbClr val="0F2836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587" y="566928"/>
            <a:ext cx="1874519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220">
                <a:solidFill>
                  <a:srgbClr val="F5C842"/>
                </a:solidFill>
                <a:latin typeface="Calibri"/>
              </a:rPr>
              <a:t>GEONAP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1072865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4400" b="1" i="0" dirty="0">
                <a:solidFill>
                  <a:srgbClr val="FFFFFF"/>
                </a:solidFill>
                <a:latin typeface="Cambria"/>
              </a:rPr>
              <a:t>Wake Up Where You Need To — Not When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434840"/>
            <a:ext cx="92656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 dirty="0">
                <a:solidFill>
                  <a:srgbClr val="B9C6CE"/>
                </a:solidFill>
                <a:latin typeface="Calibri"/>
              </a:rPr>
              <a:t>The alarm that knows where you're going, so you can finally relax on the way there.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1367" y="5349240"/>
            <a:ext cx="3108960" cy="457200"/>
          </a:xfrm>
          <a:prstGeom prst="roundRect">
            <a:avLst>
              <a:gd name="adj" fmla="val 50000"/>
            </a:avLst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1367" y="53492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dirty="0">
                <a:solidFill>
                  <a:srgbClr val="F5C842"/>
                </a:solidFill>
                <a:latin typeface="Calibri"/>
              </a:rPr>
              <a:t>For Commuters, Travelers</a:t>
            </a:r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 &amp;</a:t>
            </a:r>
            <a:r>
              <a:rPr sz="1150" b="1" i="0" dirty="0">
                <a:solidFill>
                  <a:srgbClr val="F5C842"/>
                </a:solidFill>
                <a:latin typeface="Calibri"/>
              </a:rPr>
              <a:t> Anyone Who Naps On the Move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B7F79B2-7A27-4C1D-780B-DF253D78ACE1}"/>
              </a:ext>
            </a:extLst>
          </p:cNvPr>
          <p:cNvSpPr txBox="1"/>
          <p:nvPr/>
        </p:nvSpPr>
        <p:spPr>
          <a:xfrm>
            <a:off x="311201" y="6406708"/>
            <a:ext cx="1197559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150" b="1" i="0" dirty="0">
                <a:solidFill>
                  <a:srgbClr val="F5C842"/>
                </a:solidFill>
                <a:latin typeface="Calibri"/>
              </a:rPr>
              <a:t>1.157-20260711</a:t>
            </a:r>
            <a:endParaRPr sz="1150" b="1" i="0" dirty="0">
              <a:solidFill>
                <a:srgbClr val="F5C84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Falling Asleep Feels Risky When You're Traveling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You can't count on the station. </a:t>
            </a:r>
            <a:r>
              <a:rPr sz="1550" b="0">
                <a:solidFill>
                  <a:srgbClr val="17303F"/>
                </a:solidFill>
                <a:latin typeface="Calibri"/>
              </a:rPr>
              <a:t>Broken departure boards, garbled PA announcements, or signage in a language you don't read make it easy to miss your stop.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Staring at a map isn't restful. </a:t>
            </a:r>
            <a:r>
              <a:rPr sz="1550" b="0">
                <a:solidFill>
                  <a:srgbClr val="17303F"/>
                </a:solidFill>
                <a:latin typeface="Calibri"/>
              </a:rPr>
              <a:t>Watching a blue dot inch toward your destination defeats the point of dozing off.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Time-based alarms don't know your trip. </a:t>
            </a:r>
            <a:r>
              <a:rPr sz="1550" b="0">
                <a:solidFill>
                  <a:srgbClr val="17303F"/>
                </a:solidFill>
                <a:latin typeface="Calibri"/>
              </a:rPr>
              <a:t>Traffic, delays, and stops all change your real arrival time — a clock alarm can't adjust.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oo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GeoNap replaces the clock with your location — the alarm that actually knows where you're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Set It Once. GeoNap Takes It From There.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362456" y="3246120"/>
            <a:ext cx="4422495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6743" y="3246120"/>
            <a:ext cx="4422496" cy="0"/>
          </a:xfrm>
          <a:prstGeom prst="line">
            <a:avLst/>
          </a:prstGeom>
          <a:ln w="3302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0663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3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Pin Your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Drop a pin on any address, station, or transit stop — or search for it by name.</a:t>
            </a:r>
          </a:p>
        </p:txBody>
      </p:sp>
      <p:sp>
        <p:nvSpPr>
          <p:cNvPr id="10" name="Oval 9"/>
          <p:cNvSpPr/>
          <p:nvPr/>
        </p:nvSpPr>
        <p:spPr>
          <a:xfrm>
            <a:off x="5784951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84951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9987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Nap, Ride, Relax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9987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GeoNap quietly tracks your location in the background — no need to keep the app open.</a:t>
            </a:r>
          </a:p>
        </p:txBody>
      </p:sp>
      <p:sp>
        <p:nvSpPr>
          <p:cNvPr id="14" name="Oval 13"/>
          <p:cNvSpPr/>
          <p:nvPr/>
        </p:nvSpPr>
        <p:spPr>
          <a:xfrm>
            <a:off x="10829239" y="2935224"/>
            <a:ext cx="621792" cy="621792"/>
          </a:xfrm>
          <a:prstGeom prst="ellipse">
            <a:avLst/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29239" y="2935224"/>
            <a:ext cx="621792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C842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055" y="3749039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A3A52"/>
                </a:solidFill>
                <a:latin typeface="Cambria"/>
              </a:rPr>
              <a:t>Wake Up Right On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7055" y="4233672"/>
            <a:ext cx="2331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5C7182"/>
                </a:solidFill>
                <a:latin typeface="Calibri"/>
              </a:rPr>
              <a:t>A full-screen alarm fires the moment you arrive or leave — it cuts through silent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CREATING AN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Pin a Spot, or Pick a Transit Stop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Location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search any address or drop a pin anywhere in the world, down to exact GPS coordinates.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Transit Alarm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pick your agency, route, and stop from live schedules — no coordinates needed.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Radius, your way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 simple slider sets how close you need to be before the alarm fires.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Save in seconds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name it, choose arrival or departure, and you're covered for every future trip.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Up to 20 active alarms at once — plenty for a daily commute plus every stop on a trip.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PEACE OF 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Travel Like Someone's Watching Your Stop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ll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Nap Without Worry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Close your eyes knowing GeoNap will wake you at your stop, every single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n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Never Miss Your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runs on your phone's own location, not the station's screens or speakers — broken displays, garbled announcements, or signs in a language you don't read don't matter.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essag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Keep Others in the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texts friends, family, or coworkers the moment you leave or arrive — so they always know where you are on the trip, without you lifting a finger.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phone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See It All at a Glance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Every alarm shows its trigger, radius, and status right on the home screen.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SMARTER EVERY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Features That Work Quietly in the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lend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968" y="2777764"/>
            <a:ext cx="342351" cy="3423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Calendar Scanning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19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scans your calendar for upcoming trips and suggests alarms — you choose which to add.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553047" y="261975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ic_F5C8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055" y="2777764"/>
            <a:ext cx="342351" cy="3423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6007" y="207568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Hands-Free with Siri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6007" y="244144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“Create a GeoNap” sets an alarm using just your voice — no typing required.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22960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ome_F5C8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68" y="5246644"/>
            <a:ext cx="342351" cy="34235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Run Any Shortcut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Trigger a Shortcut when you arrive — lights and heat, a 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text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to family, even a remote car start.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4343400"/>
            <a:ext cx="5364327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53047" y="5088636"/>
            <a:ext cx="658368" cy="658368"/>
          </a:xfrm>
          <a:prstGeom prst="ellipse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ar_F5C8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055" y="5246644"/>
            <a:ext cx="342351" cy="34235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76007" y="4544568"/>
            <a:ext cx="40384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>
                <a:solidFill>
                  <a:srgbClr val="1A3A52"/>
                </a:solidFill>
                <a:latin typeface="Cambria"/>
              </a:rPr>
              <a:t>Built for CarPlay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4910328"/>
            <a:ext cx="4038447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Alarms appear right on your car's screen for any passenger riding along.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pp_ico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rain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Train &amp; Subway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Commuters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The Daily Commute, Finally Restful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your station once. Every morning, doze off the moment you sit down — GeoNap wakes you just before you arrive, automatically, without setting anything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Repeating alarms reset automatically after each trip, so the same alarm is ready again tomorrow.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om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Arriving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Walk Into a Home That's Already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584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 dirty="0">
                <a:solidFill>
                  <a:srgbClr val="17303F"/>
                </a:solidFill>
                <a:latin typeface="Calibri"/>
              </a:rPr>
              <a:t>As you approach your stop, </a:t>
            </a:r>
            <a:r>
              <a:rPr sz="1500" b="0" i="0" dirty="0" err="1">
                <a:solidFill>
                  <a:srgbClr val="17303F"/>
                </a:solidFill>
                <a:latin typeface="Calibri"/>
              </a:rPr>
              <a:t>GeoNap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 wakes you and </a:t>
            </a:r>
            <a:r>
              <a:rPr lang="en-US" sz="1500" b="0" i="0" dirty="0">
                <a:solidFill>
                  <a:srgbClr val="17303F"/>
                </a:solidFill>
                <a:latin typeface="Calibri"/>
              </a:rPr>
              <a:t>can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run </a:t>
            </a:r>
            <a:r>
              <a:rPr lang="en-US" sz="1500" dirty="0">
                <a:solidFill>
                  <a:srgbClr val="17303F"/>
                </a:solidFill>
                <a:latin typeface="Calibri"/>
              </a:rPr>
              <a:t>any </a:t>
            </a:r>
            <a:r>
              <a:rPr sz="1500" b="0" i="0" dirty="0">
                <a:solidFill>
                  <a:srgbClr val="17303F"/>
                </a:solidFill>
                <a:latin typeface="Calibri"/>
              </a:rPr>
              <a:t>Shortcut at the same moment — lights on, thermostat set, and everything ready before you walk in the door.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434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 dirty="0">
                <a:solidFill>
                  <a:srgbClr val="5C7182"/>
                </a:solidFill>
                <a:latin typeface="Calibri"/>
              </a:rPr>
              <a:t>Powered by any Shortcut you build — HomeKit scenes, a text to family, even a remote car start</a:t>
            </a:r>
            <a:r>
              <a:rPr lang="en-US" sz="1200" b="0" i="0" dirty="0">
                <a:solidFill>
                  <a:srgbClr val="5C7182"/>
                </a:solidFill>
                <a:latin typeface="Calibri"/>
              </a:rPr>
              <a:t>, any application that support Apple shortcuts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5C7182"/>
                </a:solidFill>
                <a:latin typeface="Calibri"/>
              </a:rPr>
              <a:t>GeoNap</a:t>
            </a:r>
            <a:r>
              <a:rPr sz="1200" b="0" i="0" dirty="0">
                <a:solidFill>
                  <a:srgbClr val="5C7182"/>
                </a:solidFill>
                <a:latin typeface="Calibri"/>
              </a:rPr>
              <a:t> just needs its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us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Bus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Never Miss the Bus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 departure alarm at your home stop. GeoNap fires the moment you leave the area — a built-in reminder to head out, right when you need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Choose On Departure as the trigger, and pair it with a comfortable radius for your stop.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ar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Road Trip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Passengers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Ride Along Without Watching the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an alarm at a waypoint city or your final destination. You'll be notified the moment the car gets close — so you can read, nap, or chat instead of tracking every mile.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Time-based triggers can even wake you a set number of minutes before arrival, based on your current speed.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lan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Travelers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Confidence in Any New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Set alarms at your hotel, airport, or meeting locations so you always know the moment you're getting close — even somewhere you've never been.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GeoNap works fully offline for standard alarms, and is available in 13 languages.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A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640080" y="5120640"/>
            <a:ext cx="502920" cy="50292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4400" y="5623560"/>
            <a:ext cx="228600" cy="548640"/>
          </a:xfrm>
          <a:prstGeom prst="line">
            <a:avLst/>
          </a:prstGeom>
          <a:ln w="25400">
            <a:solidFill>
              <a:srgbClr val="C89E2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88720" y="1463039"/>
            <a:ext cx="1737360" cy="173736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peopl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86" y="1880006"/>
            <a:ext cx="903427" cy="9034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spc="180">
                <a:solidFill>
                  <a:srgbClr val="F5C842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Family &amp;</a:t>
            </a:r>
          </a:p>
          <a:p>
            <a:pPr algn="ctr">
              <a:lnSpc>
                <a:spcPct val="108000"/>
              </a:lnSpc>
            </a:pPr>
            <a:r>
              <a:rPr sz="2100" b="1" i="0">
                <a:solidFill>
                  <a:srgbClr val="FFFFFF"/>
                </a:solidFill>
                <a:latin typeface="Cambria"/>
              </a:rPr>
              <a:t>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USE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896112"/>
            <a:ext cx="68424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A3A52"/>
                </a:solidFill>
                <a:latin typeface="Cambria"/>
              </a:rPr>
              <a:t>Know They're On Their Way — and Home Safe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965960"/>
            <a:ext cx="675101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7303F"/>
                </a:solidFill>
                <a:latin typeface="Calibri"/>
              </a:rPr>
              <a:t>Turn on Auto-Notify for any alarm and the people who care get a text the moment you leave and the moment you arrive — a parent tracking a teenager's commute, or family waiting to hear you landed safe.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5074920"/>
            <a:ext cx="6339535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74920" y="5239512"/>
            <a:ext cx="57908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5C7182"/>
                </a:solidFill>
                <a:latin typeface="Calibri"/>
              </a:rPr>
              <a:t>Auto-Notify fires on both On Departure and On Arrival triggers, so both ends of every trip are covered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BUILT FOR REAL TRIPS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Two Ways an Alarm Knows When to Fire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Distance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the moment you cross a set radius from your pin. Ideal for a fixed stop like a single station.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Time before arrival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fires a set number of minutes before you get there, based on your travel speed — perfect for “wake me 5 minutes before my stop.”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Every radius, adjustable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200 m suits a single station; 500–1,000 m gives extra time near a town center or airport.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aug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83880" y="3794760"/>
            <a:ext cx="28346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B9C6CE"/>
                </a:solidFill>
                <a:latin typeface="Calibri"/>
              </a:rPr>
              <a:t>Time mode is ideal for napping on a train or bus — it adapts to how fast you're actually moving.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GO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Worldwide Transit, In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672084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Preloaded agencies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Amtrak, BART, MBTA, CTA, GO Transit, and more, ready out of the box.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Any public feed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add any transit agency worldwide with a public GTFS feed URL.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13 languages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English, Spanish, French, German, Italian, Portuguese, Arabic, Hindi, Japanese, Simplified Chinese, Russian, Thai, and Vietnamese.</a:t>
            </a:r>
          </a:p>
          <a:p>
            <a:pPr marL="182880" indent="-182880" algn="l">
              <a:lnSpc>
                <a:spcPct val="118000"/>
              </a:lnSpc>
              <a:spcAft>
                <a:spcPts val="1400"/>
              </a:spcAft>
              <a:buClr>
                <a:srgbClr val="E8282B"/>
              </a:buClr>
              <a:buFont typeface="Arial"/>
              <a:buChar char="•"/>
            </a:pPr>
            <a:r>
              <a:rPr sz="1550" b="1">
                <a:solidFill>
                  <a:srgbClr val="17303F"/>
                </a:solidFill>
                <a:latin typeface="Calibri"/>
              </a:rPr>
              <a:t>Bundled travel sounds — </a:t>
            </a:r>
            <a:r>
              <a:rPr sz="1550" b="0">
                <a:solidFill>
                  <a:srgbClr val="17303F"/>
                </a:solidFill>
                <a:latin typeface="Calibri"/>
              </a:rPr>
              <a:t>boat horn, cable car bell, steam train, sailboat bell, airplane landing, airport chime, or vibrate only.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417320"/>
            <a:ext cx="3566160" cy="4709160"/>
          </a:xfrm>
          <a:prstGeom prst="roundRect">
            <a:avLst>
              <a:gd name="adj" fmla="val 6000"/>
            </a:avLst>
          </a:prstGeom>
          <a:solidFill>
            <a:srgbClr val="1A3A52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892540" y="2080260"/>
            <a:ext cx="1417320" cy="141732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lobe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696" y="2420416"/>
            <a:ext cx="737006" cy="7370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F5C842"/>
                </a:solidFill>
                <a:latin typeface="Calibri"/>
              </a:rPr>
              <a:t>BUILT ON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Your Location. Your Calendar. Your Control.</a:t>
            </a:r>
          </a:p>
        </p:txBody>
      </p:sp>
      <p:sp>
        <p:nvSpPr>
          <p:cNvPr id="4" name="Oval 3"/>
          <p:cNvSpPr/>
          <p:nvPr/>
        </p:nvSpPr>
        <p:spPr>
          <a:xfrm>
            <a:off x="1097279" y="2468879"/>
            <a:ext cx="1554480" cy="1554480"/>
          </a:xfrm>
          <a:prstGeom prst="ellipse">
            <a:avLst/>
          </a:prstGeom>
          <a:solidFill>
            <a:srgbClr val="0F2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hield_F5C8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355" y="2841955"/>
            <a:ext cx="808329" cy="808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40" y="2331720"/>
            <a:ext cx="8442655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Calendar data is read entirely on your device and never uploaded or shared.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4160520"/>
            <a:ext cx="8442655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Calendar Scanning is off by default — you turn it on, and you choose which calendars to include.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Every suggested alarm is reviewed by you first; nothing is added automatically.</a:t>
            </a:r>
          </a:p>
          <a:p>
            <a:pPr marL="182880" indent="-182880" algn="l">
              <a:lnSpc>
                <a:spcPct val="120000"/>
              </a:lnSpc>
              <a:spcAft>
                <a:spcPts val="800"/>
              </a:spcAft>
              <a:buClr>
                <a:srgbClr val="F5C842"/>
              </a:buClr>
              <a:buFont typeface="Arial"/>
              <a:buChar char="•"/>
            </a:pPr>
            <a:r>
              <a:rPr sz="1350" b="0">
                <a:solidFill>
                  <a:srgbClr val="B9C6CE"/>
                </a:solidFill>
                <a:latin typeface="Calibri"/>
              </a:rPr>
              <a:t>Full disclosure of how location data is handled is always one tap away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pp_ico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160">
                <a:solidFill>
                  <a:srgbClr val="C89E28"/>
                </a:solidFill>
                <a:latin typeface="Calibri"/>
              </a:rPr>
              <a:t>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A3A52"/>
                </a:solidFill>
                <a:latin typeface="Cambria"/>
              </a:rPr>
              <a:t>Where GeoNap Runs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9167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210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Device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 marL="109728" marT="54864" marB="54864" anchor="ctr">
                    <a:solidFill>
                      <a:srgbClr val="1A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iPhone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iOS 26.0 or later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iPadOS 26.0 or later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Apple Watch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watchOS 26.0 or later (companion features)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2104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Connectivity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17303F"/>
                          </a:solidFill>
                          <a:latin typeface="Calibri"/>
                        </a:defRPr>
                      </a:pPr>
                      <a:r>
                        <a:t>Offline for standard alarms; internet needed only for transit feed downloads</a:t>
                      </a:r>
                    </a:p>
                  </a:txBody>
                  <a:tcPr marL="109728" anchor="ctr">
                    <a:solidFill>
                      <a:srgbClr val="EF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1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C7182"/>
                </a:solidFill>
                <a:latin typeface="Calibri"/>
              </a:rPr>
              <a:t>Location Services must be set to Always so alarms can fire in the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025896"/>
            <a:ext cx="603504" cy="603504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>
            <a:noFill/>
          </a:ln>
          <a:effectLst>
            <a:outerShdw blurRad="90000" dist="30000" dir="5400000" rotWithShape="0">
              <a:srgbClr val="0F283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6071616"/>
            <a:ext cx="512064" cy="512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C7182"/>
                </a:solidFill>
                <a:latin typeface="Calibri"/>
              </a:rPr>
              <a:t>GeoNap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pp_icon_rou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858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514600"/>
            <a:ext cx="999713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mbria"/>
              </a:rPr>
              <a:t>Never Miss Your Stop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3429000"/>
            <a:ext cx="889985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50" b="0" i="0">
                <a:solidFill>
                  <a:srgbClr val="B9C6CE"/>
                </a:solidFill>
                <a:latin typeface="Calibri"/>
              </a:rPr>
              <a:t>Set your first location alarm in under a minute — and nap the whole way there.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8487" y="4434840"/>
            <a:ext cx="3474720" cy="566928"/>
          </a:xfrm>
          <a:prstGeom prst="roundRect">
            <a:avLst>
              <a:gd name="adj" fmla="val 50000"/>
            </a:avLst>
          </a:prstGeom>
          <a:solidFill>
            <a:srgbClr val="E8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58487" y="4610582"/>
            <a:ext cx="34747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b="1" i="0" dirty="0">
                <a:solidFill>
                  <a:srgbClr val="FFFFFF"/>
                </a:solidFill>
                <a:latin typeface="Calibri"/>
                <a:hlinkClick r:id="rId3"/>
              </a:rPr>
              <a:t>Download GeoNap (iOS device)</a:t>
            </a:r>
            <a:r>
              <a:rPr lang="en-US" sz="1400" b="1" i="0" dirty="0">
                <a:solidFill>
                  <a:srgbClr val="FFFFFF"/>
                </a:solidFill>
                <a:latin typeface="Calibri"/>
              </a:rPr>
              <a:t> **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815AFA-D1BA-67B5-F575-FB3E5A233B36}"/>
              </a:ext>
            </a:extLst>
          </p:cNvPr>
          <p:cNvSpPr txBox="1"/>
          <p:nvPr/>
        </p:nvSpPr>
        <p:spPr>
          <a:xfrm>
            <a:off x="6229349" y="5570220"/>
            <a:ext cx="5702139" cy="99835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txBody>
          <a:bodyPr wrap="square" lIns="91440" tIns="91440" rIns="91440" bIns="9144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lang="en-US" sz="1700" b="0" i="0" dirty="0">
                <a:latin typeface="Calibri"/>
              </a:rPr>
              <a:t>**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is available in test mode only. As such, Apple requires installation of an app </a:t>
            </a:r>
            <a:r>
              <a:rPr lang="en-US" sz="1400" b="0" i="0" dirty="0">
                <a:solidFill>
                  <a:srgbClr val="0070C0"/>
                </a:solidFill>
                <a:latin typeface="Calibri"/>
                <a:hlinkClick r:id="rId4"/>
              </a:rPr>
              <a:t>“TestFlight” </a:t>
            </a:r>
            <a:r>
              <a:rPr lang="en-US" sz="1400" b="0" i="0" dirty="0">
                <a:latin typeface="Calibri"/>
              </a:rPr>
              <a:t>on their local iOS device. </a:t>
            </a:r>
            <a:r>
              <a:rPr lang="en-US" sz="1400" b="0" i="0" dirty="0" err="1">
                <a:latin typeface="Calibri"/>
              </a:rPr>
              <a:t>GeoNap</a:t>
            </a:r>
            <a:r>
              <a:rPr lang="en-US" sz="1400" b="0" i="0" dirty="0">
                <a:latin typeface="Calibri"/>
              </a:rPr>
              <a:t> installation, upgrades and feedback is done using the TestFlight application.</a:t>
            </a:r>
            <a:endParaRPr sz="1700" b="0" i="0" dirty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1396</Words>
  <Application>Microsoft Macintosh PowerPoint</Application>
  <PresentationFormat>Widescreen</PresentationFormat>
  <Paragraphs>140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Bartis</cp:lastModifiedBy>
  <cp:revision>7</cp:revision>
  <dcterms:created xsi:type="dcterms:W3CDTF">2013-01-27T09:14:16Z</dcterms:created>
  <dcterms:modified xsi:type="dcterms:W3CDTF">2026-07-11T20:14:01Z</dcterms:modified>
  <cp:category/>
</cp:coreProperties>
</file>