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3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21"/>
  </p:normalViewPr>
  <p:slideViewPr>
    <p:cSldViewPr snapToGrid="0" snapToObjects="1">
      <p:cViewPr varScale="1">
        <p:scale>
          <a:sx n="73" d="100"/>
          <a:sy n="73" d="100"/>
        </p:scale>
        <p:origin x="208" y="9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estflight.apple.com/join/xANBX3g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1.157-20260711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on paid tiers — plenty for a daily commute plus every stop on a trip. Free tier includes one active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Run Any Shortcut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Trigger a Shortcut when you arrive — lights and heat, a 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text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to family, even a remote car start.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58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 dirty="0">
                <a:solidFill>
                  <a:srgbClr val="17303F"/>
                </a:solidFill>
                <a:latin typeface="Calibri"/>
              </a:rPr>
              <a:t>As you approach your stop, </a:t>
            </a:r>
            <a:r>
              <a:rPr sz="1500" b="0" i="0" dirty="0" err="1">
                <a:solidFill>
                  <a:srgbClr val="17303F"/>
                </a:solidFill>
                <a:latin typeface="Calibri"/>
              </a:rPr>
              <a:t>GeoNap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 wakes you and </a:t>
            </a:r>
            <a:r>
              <a:rPr lang="en-US" sz="1500" b="0" i="0" dirty="0">
                <a:solidFill>
                  <a:srgbClr val="17303F"/>
                </a:solidFill>
                <a:latin typeface="Calibri"/>
              </a:rPr>
              <a:t>can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run </a:t>
            </a:r>
            <a:r>
              <a:rPr lang="en-US" sz="1500" dirty="0">
                <a:solidFill>
                  <a:srgbClr val="17303F"/>
                </a:solidFill>
                <a:latin typeface="Calibri"/>
              </a:rPr>
              <a:t>any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Shortcut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434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Powered by any Shortcut you build — HomeKit scenes, a text to family, even a remote car start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, any application that support Apple shortcuts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5C7182"/>
                </a:solidFill>
                <a:latin typeface="Calibri"/>
              </a:rPr>
              <a:t>GeoNap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just needs its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YOUR DATA, YOUR CONTROL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Privacy at a Glance</a:t>
            </a:r>
          </a:p>
        </p:txBody>
      </p:sp>
      <p:sp>
        <p:nvSpPr>
          <p:cNvPr id="5" name="Rounded Rectangle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" descr="privacy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8" name="TextBox Header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Location</a:t>
            </a:r>
          </a:p>
        </p:txBody>
      </p:sp>
      <p:sp>
        <p:nvSpPr>
          <p:cNvPr id="9" name="TextBox Body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Processed entirely on your device — never sent to any server I operate, and kept only as long as needed to trigger your alarm.</a:t>
            </a:r>
          </a:p>
        </p:txBody>
      </p:sp>
      <p:sp>
        <p:nvSpPr>
          <p:cNvPr id="10" name="Rounded Rectangle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" descr="privacy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3" name="TextBox Header"/>
          <p:cNvSpPr txBox="1"/>
          <p:nvPr/>
        </p:nvSpPr>
        <p:spPr>
          <a:xfrm>
            <a:off x="7376006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Auto-Notify Contacts</a:t>
            </a:r>
          </a:p>
        </p:txBody>
      </p:sp>
      <p:sp>
        <p:nvSpPr>
          <p:cNvPr id="14" name="TextBox Body"/>
          <p:cNvSpPr txBox="1"/>
          <p:nvPr/>
        </p:nvSpPr>
        <p:spPr>
          <a:xfrm>
            <a:off x="7376006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Only the contact(s) you pick via Apple’s contact picker — just a name and phone number or email. No bulk access to your address book.</a:t>
            </a:r>
          </a:p>
        </p:txBody>
      </p:sp>
      <p:sp>
        <p:nvSpPr>
          <p:cNvPr id="15" name="Rounded Rectangle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"/>
          <p:cNvSpPr/>
          <p:nvPr/>
        </p:nvSpPr>
        <p:spPr>
          <a:xfrm>
            <a:off x="822960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" descr="privacy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5"/>
            <a:ext cx="342351" cy="342351"/>
          </a:xfrm>
          <a:prstGeom prst="rect">
            <a:avLst/>
          </a:prstGeom>
        </p:spPr>
      </p:pic>
      <p:sp>
        <p:nvSpPr>
          <p:cNvPr id="18" name="TextBox Header"/>
          <p:cNvSpPr txBox="1"/>
          <p:nvPr/>
        </p:nvSpPr>
        <p:spPr>
          <a:xfrm>
            <a:off x="1645919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Apple Watch</a:t>
            </a:r>
          </a:p>
        </p:txBody>
      </p:sp>
      <p:sp>
        <p:nvSpPr>
          <p:cNvPr id="19" name="TextBox Body"/>
          <p:cNvSpPr txBox="1"/>
          <p:nvPr/>
        </p:nvSpPr>
        <p:spPr>
          <a:xfrm>
            <a:off x="1645919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Alarms sync device-to-device via WatchConnectivity and live in a local App Group on your Watch — never synced to iCloud from the Watch.</a:t>
            </a:r>
          </a:p>
        </p:txBody>
      </p:sp>
      <p:sp>
        <p:nvSpPr>
          <p:cNvPr id="20" name="Rounded Rectangle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"/>
          <p:cNvSpPr/>
          <p:nvPr/>
        </p:nvSpPr>
        <p:spPr>
          <a:xfrm>
            <a:off x="6553047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" descr="privacy_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5"/>
            <a:ext cx="342351" cy="342351"/>
          </a:xfrm>
          <a:prstGeom prst="rect">
            <a:avLst/>
          </a:prstGeom>
        </p:spPr>
      </p:pic>
      <p:sp>
        <p:nvSpPr>
          <p:cNvPr id="23" name="TextBox Header"/>
          <p:cNvSpPr txBox="1"/>
          <p:nvPr/>
        </p:nvSpPr>
        <p:spPr>
          <a:xfrm>
            <a:off x="7376006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Diagnostics</a:t>
            </a:r>
          </a:p>
        </p:txBody>
      </p:sp>
      <p:sp>
        <p:nvSpPr>
          <p:cNvPr id="24" name="TextBox Body"/>
          <p:cNvSpPr txBox="1"/>
          <p:nvPr/>
        </p:nvSpPr>
        <p:spPr>
          <a:xfrm>
            <a:off x="7376006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Crash and error logging happens entirely on-device via Apple’s own OSLog — no third-party crash SDK, nothing ever leaves your device.</a:t>
            </a:r>
          </a:p>
        </p:txBody>
      </p:sp>
      <p:sp>
        <p:nvSpPr>
          <p:cNvPr id="25" name="Rounded Rectangle Badge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Logo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Simple Plans for Every Traveler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082017"/>
              </p:ext>
            </p:extLst>
          </p:nvPr>
        </p:nvGraphicFramePr>
        <p:xfrm>
          <a:off x="548640" y="1700000"/>
          <a:ext cx="11091672" cy="4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Included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Free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Location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alarm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only (no support for time based or Transit alarm creation)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One active alarm (distance-based)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Default alarm sounds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/>
                        <a:t>Silver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$2.99 / year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Free,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Unlimited simultaneous alarms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(Location only)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sound library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Contact notify (prompted SMS)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Control over alarm a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ctive time windows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 dirty="0"/>
                        <a:t>Gold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$6.99 / year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Standard,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Time-based alarms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Transit agency integration + caching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Hands-free Auto-SMS / Notify Contacts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Repeat &amp; per-day scheduling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Platinum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$12.99 lifetime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Silver,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Calendar-scan auto-scheduling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Live alarms, see </a:t>
                      </a:r>
                      <a:r>
                        <a:rPr lang="en-US" sz="1050" dirty="0"/>
                        <a:t>distance/ETA progress tied to your GPS position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Priority transit feed support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integration support with other Apps  that support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Shortcuts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+ enhanced Dead Reckoning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for Time-based alarms.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44100" y="6199631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7182"/>
                </a:solidFill>
                <a:latin typeface="Calibri"/>
              </a:rPr>
              <a:t>Prices shown in USD.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1672</Words>
  <Application>Microsoft Macintosh PowerPoint</Application>
  <PresentationFormat>Widescreen</PresentationFormat>
  <Paragraphs>182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11</cp:revision>
  <dcterms:created xsi:type="dcterms:W3CDTF">2013-01-27T09:14:16Z</dcterms:created>
  <dcterms:modified xsi:type="dcterms:W3CDTF">2026-07-12T13:25:06Z</dcterms:modified>
  <cp:category/>
</cp:coreProperties>
</file>