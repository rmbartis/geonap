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 snapToObjects="1">
      <p:cViewPr varScale="1">
        <p:scale>
          <a:sx n="99" d="100"/>
          <a:sy n="99" d="100"/>
        </p:scale>
        <p:origin x="192" y="4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 &amp;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1.117-20260703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— plenty for a daily commute plus every stop on a 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Arrive Home to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Trigger lights, heat, and air conditioning automatically as you approach — powered by HomeKit.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As you approach your stop, GeoNap wakes you and triggers your home automation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Works with any HomeKit-compatible device via iOS Shortcuts: lights, thermostat, locks, blinds, and more.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434840"/>
            <a:ext cx="3474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Download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GeoNap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1333</Words>
  <Application>Microsoft Macintosh PowerPoint</Application>
  <PresentationFormat>Widescreen</PresentationFormat>
  <Paragraphs>139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2</cp:revision>
  <dcterms:created xsi:type="dcterms:W3CDTF">2013-01-27T09:14:16Z</dcterms:created>
  <dcterms:modified xsi:type="dcterms:W3CDTF">2026-07-03T22:14:07Z</dcterms:modified>
  <cp:category/>
</cp:coreProperties>
</file>