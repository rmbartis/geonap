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857"/>
    <p:restoredTop sz="94721"/>
  </p:normalViewPr>
  <p:slideViewPr>
    <p:cSldViewPr snapToGrid="0" snapToObjects="1">
      <p:cViewPr varScale="1">
        <p:scale>
          <a:sx n="77" d="100"/>
          <a:sy n="77" d="100"/>
        </p:scale>
        <p:origin x="208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1.157-20260711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— plenty for a daily commute plus every stop on a 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YOUR DATA, YOUR CONTROL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Privacy at a Glance</a:t>
            </a:r>
          </a:p>
        </p:txBody>
      </p:sp>
      <p:sp>
        <p:nvSpPr>
          <p:cNvPr id="5" name="Rounded Rectangle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" descr="privacy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8" name="TextBox Header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Location</a:t>
            </a:r>
          </a:p>
        </p:txBody>
      </p:sp>
      <p:sp>
        <p:nvSpPr>
          <p:cNvPr id="9" name="TextBox Body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Processed entirely on your device — never sent to any server I operate, and kept only as long as needed to trigger your alarm.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" descr="privacy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3" name="TextBox Header"/>
          <p:cNvSpPr txBox="1"/>
          <p:nvPr/>
        </p:nvSpPr>
        <p:spPr>
          <a:xfrm>
            <a:off x="7376006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Auto-Notify Contacts</a:t>
            </a:r>
          </a:p>
        </p:txBody>
      </p:sp>
      <p:sp>
        <p:nvSpPr>
          <p:cNvPr id="14" name="TextBox Body"/>
          <p:cNvSpPr txBox="1"/>
          <p:nvPr/>
        </p:nvSpPr>
        <p:spPr>
          <a:xfrm>
            <a:off x="7376006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Only the contact(s) you pick via Apple’s contact picker — just a name and phone number or email. No bulk access to your address book.</a:t>
            </a:r>
          </a:p>
        </p:txBody>
      </p:sp>
      <p:sp>
        <p:nvSpPr>
          <p:cNvPr id="15" name="Rounded Rectangle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"/>
          <p:cNvSpPr/>
          <p:nvPr/>
        </p:nvSpPr>
        <p:spPr>
          <a:xfrm>
            <a:off x="822960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" descr="privac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5"/>
            <a:ext cx="342351" cy="342351"/>
          </a:xfrm>
          <a:prstGeom prst="rect">
            <a:avLst/>
          </a:prstGeom>
        </p:spPr>
      </p:pic>
      <p:sp>
        <p:nvSpPr>
          <p:cNvPr id="18" name="TextBox Header"/>
          <p:cNvSpPr txBox="1"/>
          <p:nvPr/>
        </p:nvSpPr>
        <p:spPr>
          <a:xfrm>
            <a:off x="1645919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Apple Watch</a:t>
            </a:r>
          </a:p>
        </p:txBody>
      </p:sp>
      <p:sp>
        <p:nvSpPr>
          <p:cNvPr id="19" name="TextBox Body"/>
          <p:cNvSpPr txBox="1"/>
          <p:nvPr/>
        </p:nvSpPr>
        <p:spPr>
          <a:xfrm>
            <a:off x="1645919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Alarms sync device-to-device via WatchConnectivity and live in a local App Group on your Watch — never synced to iCloud from the Watch.</a:t>
            </a:r>
          </a:p>
        </p:txBody>
      </p:sp>
      <p:sp>
        <p:nvSpPr>
          <p:cNvPr id="20" name="Rounded Rectangle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"/>
          <p:cNvSpPr/>
          <p:nvPr/>
        </p:nvSpPr>
        <p:spPr>
          <a:xfrm>
            <a:off x="6553047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" descr="privacy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5"/>
            <a:ext cx="342351" cy="342351"/>
          </a:xfrm>
          <a:prstGeom prst="rect">
            <a:avLst/>
          </a:prstGeom>
        </p:spPr>
      </p:pic>
      <p:sp>
        <p:nvSpPr>
          <p:cNvPr id="23" name="TextBox Header"/>
          <p:cNvSpPr txBox="1"/>
          <p:nvPr/>
        </p:nvSpPr>
        <p:spPr>
          <a:xfrm>
            <a:off x="7376006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Diagnostics</a:t>
            </a:r>
          </a:p>
        </p:txBody>
      </p:sp>
      <p:sp>
        <p:nvSpPr>
          <p:cNvPr id="24" name="TextBox Body"/>
          <p:cNvSpPr txBox="1"/>
          <p:nvPr/>
        </p:nvSpPr>
        <p:spPr>
          <a:xfrm>
            <a:off x="7376006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Anonymous crash reports via Firebase Crashlytics help me fix bugs — never used for ads, tracking, or profiling.</a:t>
            </a:r>
          </a:p>
        </p:txBody>
      </p:sp>
      <p:sp>
        <p:nvSpPr>
          <p:cNvPr id="25" name="Rounded Rectangle Badge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Logo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84238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Standard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Silver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Standard,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dirty="0"/>
                        <a:t>Gold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Silver,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1660</Words>
  <Application>Microsoft Macintosh PowerPoint</Application>
  <PresentationFormat>Widescreen</PresentationFormat>
  <Paragraphs>182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10</cp:revision>
  <dcterms:created xsi:type="dcterms:W3CDTF">2013-01-27T09:14:16Z</dcterms:created>
  <dcterms:modified xsi:type="dcterms:W3CDTF">2026-07-12T04:35:05Z</dcterms:modified>
  <cp:category/>
</cp:coreProperties>
</file>