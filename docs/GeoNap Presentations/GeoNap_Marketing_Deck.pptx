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05"/>
    <p:restoredTop sz="94670"/>
  </p:normalViewPr>
  <p:slideViewPr>
    <p:cSldViewPr snapToGrid="0" snapToObjects="1">
      <p:cViewPr varScale="1">
        <p:scale>
          <a:sx n="68" d="100"/>
          <a:sy n="68" d="100"/>
        </p:scale>
        <p:origin x="216" y="10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estflight.apple.com/join/xANBX3g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1.130-20260709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— plenty for a daily commute plus every stop on a trip.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Arrive Home to Comfort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Trigger lights, heat, and air conditioning automatically as you approach — powered by HomeKit.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As you approach your stop, GeoNap wakes you and triggers your home automation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Works with any HomeKit-compatible device via iOS Shortcuts: lights, thermostat, locks, blinds, and more.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1378</Words>
  <Application>Microsoft Macintosh PowerPoint</Application>
  <PresentationFormat>Widescreen</PresentationFormat>
  <Paragraphs>140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5</cp:revision>
  <dcterms:created xsi:type="dcterms:W3CDTF">2013-01-27T09:14:16Z</dcterms:created>
  <dcterms:modified xsi:type="dcterms:W3CDTF">2026-07-10T13:29:15Z</dcterms:modified>
  <cp:category/>
</cp:coreProperties>
</file>