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37"/>
    <p:restoredTop sz="94698"/>
  </p:normalViewPr>
  <p:slideViewPr>
    <p:cSldViewPr snapToGrid="0" snapToObjects="1">
      <p:cViewPr>
        <p:scale>
          <a:sx n="100" d="100"/>
          <a:sy n="100" d="100"/>
        </p:scale>
        <p:origin x="336" y="6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1.157-20260711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— plenty for a daily commute plus every stop on a 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84238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Standard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Silver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Standard,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dirty="0"/>
                        <a:t>Gold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Silver,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1544</Words>
  <Application>Microsoft Macintosh PowerPoint</Application>
  <PresentationFormat>Widescreen</PresentationFormat>
  <Paragraphs>172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9</cp:revision>
  <dcterms:created xsi:type="dcterms:W3CDTF">2013-01-27T09:14:16Z</dcterms:created>
  <dcterms:modified xsi:type="dcterms:W3CDTF">2026-07-12T00:45:29Z</dcterms:modified>
  <cp:category/>
</cp:coreProperties>
</file>